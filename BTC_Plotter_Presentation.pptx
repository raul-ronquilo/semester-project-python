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F7931A">
              <a:alpha val="12000"/>
            </a:srgbClr>
          </a:solidFill>
          <a:ln w="19050">
            <a:solidFill>
              <a:srgbClr val="F7931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914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7931A">
                    <a:alpha val="82000"/>
                  </a:srgbClr>
                </a:solidFill>
              </a:rPr>
              <a:t>₿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Real-Time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Plotter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Semester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38404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8404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Coinbase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8463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Polling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real-time BTC spot price every second from Coinbase's public REST API using the requests library.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783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6499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9242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top-50 bids &amp; asks, computes mean prices/sizes, and stores summaries in a CSV with pandas.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📈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4535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Chart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matplotlib FuncAnimation to render a live-updating line chart of BTC price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•  BTC_Data.py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023360" cy="3749040"/>
          </a:xfrm>
          <a:prstGeom prst="rect">
            <a:avLst/>
          </a:prstGeom>
          <a:solidFill>
            <a:srgbClr val="1E253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'coinbase.com/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v2/prices/spot'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requests.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response.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= </a:t>
            </a:r>
            <a:pPr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'amount'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3749040" cy="685800"/>
          </a:xfrm>
          <a:prstGeom prst="roundRect">
            <a:avLst>
              <a:gd name="adj" fmla="val 9333"/>
            </a:avLst>
          </a:prstGeom>
          <a:solidFill>
            <a:srgbClr val="161B22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015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raise_for_status()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throws on HTTP errors
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all failure modes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51960" cy="3749040"/>
          </a:xfrm>
          <a:prstGeom prst="rect">
            <a:avLst/>
          </a:prstGeom>
          <a:solidFill>
            <a:srgbClr val="1E2530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depth_chart()  —  key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Level-2 order book (top 50)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'level'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df_bids = pd.DataFrame(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order_book[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order_book[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'bids'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'price','size','num-orders'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60s then capture price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get_btc_price()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persist to CSV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df_save.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'btc_order_book_summary.csv'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Plotting  •  FuncAnimation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029200" cy="3977640"/>
          </a:xfrm>
          <a:prstGeom prst="rect">
            <a:avLst/>
          </a:prstGeom>
          <a:solidFill>
            <a:srgbClr val="1E25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matplotlib.animation </a:t>
            </a:r>
            <a:pPr indent="0" marL="0">
              <a:buNone/>
            </a:pP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FuncAnimation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('seaborn-v0_8')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x_vals, y_vals = [], []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x_vals.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(datetime.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y_vals.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(bd.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plt.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(x_vals, y_vals,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linestyle=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'solid'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ms=</a:t>
            </a:r>
            <a:pPr indent="0" marL="0">
              <a:buNone/>
            </a:pP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 = FuncAnimation(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plt.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animate, interval=</a:t>
            </a:r>
            <a:pPr indent="0" marL="0">
              <a:buNone/>
            </a:pP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960120"/>
            <a:ext cx="64008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0" y="1033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interval=1000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3075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animate() every 1000 ms, fetching a fresh price from the API each tick.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221992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221992"/>
            <a:ext cx="64008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295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Append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256946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x_vals and y_vals grow with each call — matplotlib re-plots the full history every frame.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483864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483864"/>
            <a:ext cx="64008" cy="109728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557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seaborn-v0_8 style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83133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clean grid aesthetic without requiring seaborn installed separately.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12848" y="2130552"/>
            <a:ext cx="51206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BTC_Data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pandas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51206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btc_order_book_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2130552"/>
            <a:ext cx="51206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25400">
            <a:solidFill>
              <a:srgbClr val="FFAD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FuncAnimation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944368"/>
            <a:ext cx="0" cy="6400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4048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E25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587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loop: fetch order book from exchange 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87168" y="384048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E25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38587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60 s → capture spot price → compute means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384048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E25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38587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row to CSV for historical tracking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12864" y="384048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E25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8584" y="38587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Plotter polls get_btc_price() every 1 second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F7931A">
              <a:alpha val="8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4416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 Consumed a real-world REST API with error handling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6712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 Processed and persisted structured data with pandas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9008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 Built a live-updating chart using FuncAnimation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1304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 Designed a continuous data-collection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•  Coinbase API  •  pandas  •  matplotlib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Real-Time Data Plotter</dc:title>
  <dc:subject>PptxGenJS Presentation</dc:subject>
  <dc:creator>PptxGenJS</dc:creator>
  <cp:lastModifiedBy>PptxGenJS</cp:lastModifiedBy>
  <cp:revision>1</cp:revision>
  <dcterms:created xsi:type="dcterms:W3CDTF">2026-05-04T00:40:40Z</dcterms:created>
  <dcterms:modified xsi:type="dcterms:W3CDTF">2026-05-04T00:40:40Z</dcterms:modified>
</cp:coreProperties>
</file>