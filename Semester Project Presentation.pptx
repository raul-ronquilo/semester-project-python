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A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28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0" y="914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7931A">
                    <a:alpha val="82000"/>
                  </a:srgbClr>
                </a:solidFill>
              </a:rPr>
              <a:t>₿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Real-Time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Plotter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Semester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A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Raul Ronquillo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8463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Polling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real-time BTC spot price every second from Coinbase's public REST API using the requests library.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783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6499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9242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top-50 bids &amp; asks, computes mean prices/sizes, and stores summaries in a CSV with pandas.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097280"/>
            <a:ext cx="269748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08192" y="1097280"/>
            <a:ext cx="269748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📈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45352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Chart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matplotlib FuncAnimation to render a live-updating line chart of BTC price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•  BTC_Data.py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023360" cy="3749040"/>
          </a:xfrm>
          <a:prstGeom prst="rect">
            <a:avLst/>
          </a:prstGeom>
          <a:solidFill>
            <a:srgbClr val="1E2530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'coinbase.com/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v2/prices/spot'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requests.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response.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response.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= </a:t>
            </a:r>
            <a:r>
              <a:rPr lang="en-US" sz="110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(data[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'amount'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3749040" cy="685800"/>
          </a:xfrm>
          <a:prstGeom prst="roundRect">
            <a:avLst>
              <a:gd name="adj" fmla="val 9333"/>
            </a:avLst>
          </a:prstGeom>
          <a:solidFill>
            <a:srgbClr val="161B22"/>
          </a:solidFill>
          <a:ln w="1016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raise_for_status()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throws on HTTP errors
</a:t>
            </a: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all failure modes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7D64C6A-D77F-C84E-34F4-E032427B9AE0}"/>
              </a:ext>
            </a:extLst>
          </p:cNvPr>
          <p:cNvSpPr/>
          <p:nvPr/>
        </p:nvSpPr>
        <p:spPr>
          <a:xfrm>
            <a:off x="4804040" y="1726338"/>
            <a:ext cx="4069080" cy="2333598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code from assignment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used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CryptoCompare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Coinbase REST API to fetch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>
                  <a:lumMod val="8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float to plug directly into the plotter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AFF1ADD8-84AB-683F-8888-B868EB084763}"/>
              </a:ext>
            </a:extLst>
          </p:cNvPr>
          <p:cNvSpPr/>
          <p:nvPr/>
        </p:nvSpPr>
        <p:spPr>
          <a:xfrm>
            <a:off x="4804040" y="1735482"/>
            <a:ext cx="45719" cy="233359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Plotting  •  FuncAnimation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029200" cy="3977640"/>
          </a:xfrm>
          <a:prstGeom prst="rect">
            <a:avLst/>
          </a:prstGeom>
          <a:solidFill>
            <a:srgbClr val="1E253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matplotlib.animation </a:t>
            </a: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FuncAnimation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('seaborn-v0_8')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x_vals, y_vals = [], []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x_vals.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(datetime.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y_vals.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(bd.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get_btc_price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plt.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(x_vals, 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y_vals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linestyle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'solid'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ms=</a:t>
            </a: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animate = FuncAnimation(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050" dirty="0" err="1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animate, interval=</a:t>
            </a:r>
            <a:r>
              <a:rPr lang="en-US" sz="1050" dirty="0">
                <a:solidFill>
                  <a:srgbClr val="F79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64008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15000" y="1033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interval=1000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3075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animate() every 1000 ms, fetching a fresh price from the API each tick.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221992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2221992"/>
            <a:ext cx="64008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0" y="2295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Append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256946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x_vals and y_vals grow with each call — matplotlib re-plots the full history every frame.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483864"/>
            <a:ext cx="3246120" cy="1097280"/>
          </a:xfrm>
          <a:prstGeom prst="rect">
            <a:avLst/>
          </a:prstGeom>
          <a:solidFill>
            <a:srgbClr val="161B22"/>
          </a:solidFill>
          <a:ln w="1524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77840" y="3483864"/>
            <a:ext cx="64008" cy="109728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0" y="3557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seaborn-v0_8 style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83133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clean grid aesthetic without requiring seaborn installed separately.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 Consumed a real-world REST API with error handling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 Processed and persisted structured data with pandas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 Built a live-updating chart using FuncAnimation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6858000" cy="713232"/>
          </a:xfrm>
          <a:prstGeom prst="rect">
            <a:avLst/>
          </a:prstGeom>
          <a:solidFill>
            <a:srgbClr val="161B22"/>
          </a:solidFill>
          <a:ln w="1016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81304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 Designed a continuous data-collection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•  Coinbase API  •  pandas  •  matplotlib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412</Words>
  <Application>Microsoft Office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Real-Time Data Plotter</dc:title>
  <dc:subject>PptxGenJS Presentation</dc:subject>
  <dc:creator>PptxGenJS</dc:creator>
  <cp:lastModifiedBy>Raul Ronquillo</cp:lastModifiedBy>
  <cp:revision>2</cp:revision>
  <dcterms:created xsi:type="dcterms:W3CDTF">2026-05-04T00:40:40Z</dcterms:created>
  <dcterms:modified xsi:type="dcterms:W3CDTF">2026-05-04T01:05:32Z</dcterms:modified>
</cp:coreProperties>
</file>