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1" r:id="rId4"/>
    <p:sldId id="258" r:id="rId5"/>
    <p:sldId id="259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A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8" d="100"/>
          <a:sy n="108" d="100"/>
        </p:scale>
        <p:origin x="7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4282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583680" y="914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0" b="1" dirty="0">
                <a:solidFill>
                  <a:srgbClr val="F7931A">
                    <a:alpha val="82000"/>
                  </a:srgbClr>
                </a:solidFill>
              </a:rPr>
              <a:t>₿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6400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Real-Time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Plotter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3154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Semester Project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AD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Raul Ronquillo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43400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63640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1097280"/>
            <a:ext cx="269748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" y="1097280"/>
            <a:ext cx="2697480" cy="640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23444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📡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84632" y="19659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A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API Polling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" y="246888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real-time BTC spot price every second from Coinbase's public REST API using the requests library.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27832" y="1097280"/>
            <a:ext cx="269748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27832" y="1097280"/>
            <a:ext cx="2697480" cy="640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27832" y="123444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📊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364992" y="19659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A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Loop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92424" y="246888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dirty="0" err="1">
                <a:solidFill>
                  <a:schemeClr val="bg1">
                    <a:lumMod val="85000"/>
                  </a:schemeClr>
                </a:solidFill>
              </a:rPr>
              <a:t>get_btc_price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</a:rPr>
              <a:t>() is called every second, pulling a fresh price and appending it with a timestamp to the dataset</a:t>
            </a:r>
          </a:p>
        </p:txBody>
      </p:sp>
      <p:sp>
        <p:nvSpPr>
          <p:cNvPr id="13" name="Shape 11"/>
          <p:cNvSpPr/>
          <p:nvPr/>
        </p:nvSpPr>
        <p:spPr>
          <a:xfrm>
            <a:off x="6108192" y="1097280"/>
            <a:ext cx="2697480" cy="3474720"/>
          </a:xfrm>
          <a:prstGeom prst="rect">
            <a:avLst/>
          </a:prstGeom>
          <a:solidFill>
            <a:srgbClr val="161B22"/>
          </a:solidFill>
          <a:ln w="1524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08192" y="1097280"/>
            <a:ext cx="2697480" cy="6400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08192" y="123444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📈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245352" y="19659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A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Chart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72784" y="246888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matplotlib FuncAnimation to render a live-updating line chart of BTC price over time.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6858000" cy="713232"/>
          </a:xfrm>
          <a:prstGeom prst="rect">
            <a:avLst/>
          </a:prstGeom>
          <a:solidFill>
            <a:srgbClr val="161B22"/>
          </a:solidFill>
          <a:ln w="1016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0080" y="1344168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 Connected to real-world REST API to fetch live Bitcoin prices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19157"/>
            <a:ext cx="6858000" cy="713232"/>
          </a:xfrm>
          <a:prstGeom prst="rect">
            <a:avLst/>
          </a:prstGeom>
          <a:solidFill>
            <a:srgbClr val="161B22"/>
          </a:solidFill>
          <a:ln w="1016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40080" y="2167128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en-US" sz="1400" dirty="0">
                <a:latin typeface="Arial" panose="020B0604020202020204" pitchFamily="34" charset="0"/>
              </a:rPr>
              <a:t>🛡️ </a:t>
            </a: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Handled API errors using try/except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6858000" cy="713232"/>
          </a:xfrm>
          <a:prstGeom prst="rect">
            <a:avLst/>
          </a:prstGeom>
          <a:solidFill>
            <a:srgbClr val="161B22"/>
          </a:solidFill>
          <a:ln w="1016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990088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  Built a live-updating chart using FuncAnimation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794760"/>
            <a:ext cx="6858000" cy="713232"/>
          </a:xfrm>
          <a:prstGeom prst="rect">
            <a:avLst/>
          </a:prstGeom>
          <a:solidFill>
            <a:srgbClr val="161B22"/>
          </a:solidFill>
          <a:ln w="1016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3813048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 Designed a continuous data-collection loop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 •  BTC_Data.py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87945" y="822960"/>
            <a:ext cx="6580282" cy="2721935"/>
          </a:xfrm>
          <a:prstGeom prst="rect">
            <a:avLst/>
          </a:prstGeom>
          <a:solidFill>
            <a:srgbClr val="1E2530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340156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63440" y="96012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1371600"/>
            <a:ext cx="40690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E7D64C6A-D77F-C84E-34F4-E032427B9AE0}"/>
              </a:ext>
            </a:extLst>
          </p:cNvPr>
          <p:cNvSpPr/>
          <p:nvPr/>
        </p:nvSpPr>
        <p:spPr>
          <a:xfrm>
            <a:off x="187946" y="3682055"/>
            <a:ext cx="3455478" cy="1330779"/>
          </a:xfrm>
          <a:prstGeom prst="rect">
            <a:avLst/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the code from assignment 12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100" b="1" dirty="0">
              <a:solidFill>
                <a:schemeClr val="bg1">
                  <a:lumMod val="8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have used </a:t>
            </a:r>
            <a:r>
              <a:rPr lang="en-US" sz="1100" b="1" dirty="0" err="1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CryptoCompare</a:t>
            </a:r>
            <a:endParaRPr lang="en-US" sz="1100" b="1" dirty="0">
              <a:solidFill>
                <a:schemeClr val="bg1">
                  <a:lumMod val="8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100" b="1" dirty="0">
              <a:solidFill>
                <a:schemeClr val="bg1">
                  <a:lumMod val="8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Coinbase REST API to fetch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100" b="1" dirty="0">
              <a:solidFill>
                <a:schemeClr val="bg1">
                  <a:lumMod val="85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a float to plug directly into the plotter</a:t>
            </a:r>
          </a:p>
          <a:p>
            <a:endParaRPr 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F1CA62-6375-0AD3-C0CA-E289C207B1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686" y="1041131"/>
            <a:ext cx="6368799" cy="22612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Plotting  •  FuncAnimation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20040" y="914400"/>
            <a:ext cx="5029200" cy="3977640"/>
          </a:xfrm>
          <a:prstGeom prst="rect">
            <a:avLst/>
          </a:prstGeom>
          <a:solidFill>
            <a:srgbClr val="1E2530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577840" y="960120"/>
            <a:ext cx="3246120" cy="1097280"/>
          </a:xfrm>
          <a:prstGeom prst="rect">
            <a:avLst/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577840" y="960120"/>
            <a:ext cx="64008" cy="109728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715000" y="103327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interval=1000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15000" y="1307592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animate() every 1000 ms, fetching a fresh price from the API each tick.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577840" y="2221992"/>
            <a:ext cx="3246120" cy="1097280"/>
          </a:xfrm>
          <a:prstGeom prst="rect">
            <a:avLst/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77840" y="2221992"/>
            <a:ext cx="64008" cy="109728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15000" y="229514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Append strategy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15000" y="2569464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x_vals and y_vals grow with each call. matplotlib re-plots the full history every frame.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3483864"/>
            <a:ext cx="3246120" cy="1097280"/>
          </a:xfrm>
          <a:prstGeom prst="rect">
            <a:avLst/>
          </a:prstGeom>
          <a:solidFill>
            <a:srgbClr val="161B22"/>
          </a:solidFill>
          <a:ln w="1524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577840" y="3483864"/>
            <a:ext cx="64008" cy="109728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15000" y="355701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seaborn-v0_8 style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0" y="3831336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a clean grid aesthetic without requiring seaborn installed separately.</a:t>
            </a:r>
            <a:endParaRPr lang="en-US" sz="11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C057AFC-FFF6-43D3-FA73-BB3829625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500" y="1093104"/>
            <a:ext cx="4106531" cy="36202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1724</TotalTime>
  <Words>215</Words>
  <Application>Microsoft Office PowerPoint</Application>
  <PresentationFormat>On-screen Show (16:9)</PresentationFormat>
  <Paragraphs>40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 Real-Time Data Plotter</dc:title>
  <dc:subject>PptxGenJS Presentation</dc:subject>
  <dc:creator>PptxGenJS</dc:creator>
  <cp:lastModifiedBy>Raul Ronquillo</cp:lastModifiedBy>
  <cp:revision>4</cp:revision>
  <dcterms:created xsi:type="dcterms:W3CDTF">2026-05-04T00:40:40Z</dcterms:created>
  <dcterms:modified xsi:type="dcterms:W3CDTF">2026-05-05T05:27:18Z</dcterms:modified>
</cp:coreProperties>
</file>